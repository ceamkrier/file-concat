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comments/modernComment_102_ABCD1234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  <p:custShowLst>
    <p:custShow name="QZCUSTSHOW" id="0">
      <p:sldLst>
        <p:sld r:id="rId4"/>
        <p:sld r:id="rId2"/>
      </p:sldLst>
    </p:custShow>
  </p:custShowLst>
  <p:defaultTextStyle>
    <a:lvl1pPr marL="0">
      <a:defRPr sz="1800"/>
    </a:lvl1pPr>
  </p:defaultTextStyle>
  <p:extLst>
    <p:ext uri="{521415D9-36F7-43E2-AB2F-B90AF26B5E84}">
      <p14:sectionLst xmlns:p14="http://schemas.microsoft.com/office/powerpoint/2010/main">
        <p14:section name="QZSECTIONONE" id="{7396310A-AB57-43E0-860E-5BBCB0CF1A72}">
          <p14:sldIdLst>
            <p14:sldId id="256"/>
            <p14:sldId id="257"/>
          </p14:sldIdLst>
        </p14:section>
        <p14:section name="QZSECTIONTWO" id="{E93F1678-6720-43C8-B76E-1A55D2314D3C}">
          <p14:sldIdLst>
            <p14:sldId id="258"/>
            <p14:sldId id="259"/>
            <p14:sldId id="260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2F1B3A-1111-4C2D-9E8F-000000000001}" name="QZMODERNAUTHOR" initials="QM" userId="QZMODERNAUTHO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ZLEGACYAUTHOR" initials="QL" lastIdx="1" clrIdx="0"/>
</p:cmAuthorLst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commentAuthors" Target="commentAuthors.xml"/><Relationship Id="rId9" Type="http://schemas.microsoft.com/office/2018/10/relationships/authors" Target="authors.xml"/><Relationship Id="rId10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lang="en-US"/>
              <a:t>QZCHARTTITLE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QZSERIESNAME</c:v>
                </c:pt>
              </c:strCache>
            </c:strRef>
          </c:tx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QZDATALABEL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Sheet1!$A$2:$A$3</c:f>
              <c:strCache>
                <c:ptCount val="2"/>
                <c:pt idx="0">
                  <c:v>QZCATONE</c:v>
                </c:pt>
                <c:pt idx="1">
                  <c:v>QZCATTWO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4242.5</c:v>
                </c:pt>
                <c:pt idx="1">
                  <c:v>7373.25</c:v>
                </c:pt>
              </c:numCache>
            </c:numRef>
          </c:val>
        </c:ser>
        <c:gapWidth val="219"/>
        <c:axId val="111"/>
        <c:axId val="222"/>
      </c:bar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QZAXISTITLE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11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10-01T09:00:00.000" idx="1">
    <p:pos x="10" y="10"/>
    <p:text>QZLEGACYCOMMENT</p:text>
  </p:cm>
</p:cmLst>
</file>

<file path=ppt/comments/modernComment_102_ABCD12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E2F1B3A-2222-4C2D-9E8F-000000000002}" authorId="{6E2F1B3A-1111-4C2D-9E8F-000000000001}" created="2026-10-01T10:00:00.000">
    <pc:sldMkLst xmlns:pc="http://schemas.microsoft.com/office/powerpoint/2013/main/command">
      <pc:docMk/>
      <pc:sldMk cId="2882348084" sldId="258"/>
    </pc:sldMkLst>
    <p188:replyLst>
      <p188:reply id="{6E2F1B3A-3333-4C2D-9E8F-000000000003}" authorId="{6E2F1B3A-1111-4C2D-9E8F-000000000001}" created="2026-10-01T11:00:00.000">
        <p188:txBody>
          <a:bodyPr/>
          <a:lstStyle/>
          <a:p>
            <a:r>
              <a:rPr lang="en-US"/>
              <a:t>QZMODERNREPLY</a:t>
            </a:r>
          </a:p>
        </p188:txBody>
      </p188:reply>
    </p188:replyLst>
    <p188:txBody>
      <a:bodyPr/>
      <a:lstStyle/>
      <a:p>
        <a:r>
          <a:rPr lang="en-US"/>
          <a:t>QZMODERNCOMMENT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/>
</file>

<file path=ppt/diagrams/data1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0000000-0000-0000-0000-000000000000}" type="doc">
      <dgm:prSet loTypeId="urn:microsoft.com/office/officeart/2005/8/layout/default"/>
      <dgm:spPr/>
      <dgm:t>
        <a:bodyPr/>
        <a:lstStyle/>
        <a:p>
          <a:endParaRPr lang="en-US"/>
        </a:p>
      </dgm:t>
    </dgm:pt>
    <dgm:pt modelId="{11111111-0000-0000-0000-000000000001}">
      <dgm:prSet/>
      <dgm:spPr/>
      <dgm:t>
        <a:bodyPr/>
        <a:lstStyle/>
        <a:p>
          <a:r>
            <a:rPr lang="en-US"/>
            <a:t>QZSMARTONE</a:t>
          </a:r>
        </a:p>
      </dgm:t>
    </dgm:pt>
    <dgm:pt modelId="{11111111-0000-0000-0000-000000000002}">
      <dgm:prSet/>
      <dgm:spPr/>
      <dgm:t>
        <a:bodyPr/>
        <a:lstStyle/>
        <a:p>
          <a:r>
            <a:rPr lang="en-US"/>
            <a:t>QZSMARTTWO</a:t>
          </a:r>
        </a:p>
      </dgm:t>
    </dgm:pt>
    <dgm:pt modelId="{22222222-0000-0000-0000-000000000001}" type="parTrans" cxnId="{33333333-0000-0000-0000-000000000001}">
      <dgm:prSet/>
      <dgm:spPr/>
    </dgm:pt>
    <dgm:pt modelId="{22222222-0000-0000-0000-000000000002}" type="sibTrans" cxnId="{33333333-0000-0000-0000-000000000001}">
      <dgm:prSet/>
      <dgm:spPr/>
    </dgm:pt>
  </dgm:ptLst>
  <dgm:cxnLst>
    <dgm:cxn modelId="{33333333-0000-0000-0000-000000000001}" srcId="{00000000-0000-0000-0000-000000000000}" destId="{11111111-0000-0000-0000-000000000001}" srcOrd="0" destOrd="0" parTransId="{22222222-0000-0000-0000-000000000001}" sibTransId="{22222222-0000-0000-0000-000000000002}"/>
    <dgm:cxn modelId="{33333333-0000-0000-0000-000000000002}" srcId="{00000000-0000-0000-0000-000000000000}" destId="{11111111-0000-0000-0000-000000000002}" srcOrd="1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444444-0000-0000-0000-000000000001}">
      <dsp:nvSpPr>
        <dsp:cNvPr id="0" name=""/>
        <dsp:cNvSpPr/>
      </dsp:nvSpPr>
      <dsp:spPr>
        <a:xfrm>
          <a:off x="0" y="0"/>
          <a:ext cx="2000000" cy="1200000"/>
        </a:xfrm>
        <a:prstGeom prst="rect">
          <a:avLst/>
        </a:prstGeom>
      </dsp:spPr>
      <dsp:txBody>
        <a:bodyPr/>
        <a:lstStyle/>
        <a:p>
          <a:r>
            <a:rPr lang="en-US"/>
            <a:t>QZSMARTONE</a:t>
          </a:r>
        </a:p>
      </dsp:txBody>
      <dsp:txXfrm>
        <a:off x="0" y="0"/>
        <a:ext cx="2000000" cy="1200000"/>
      </dsp:txXfrm>
    </dsp:sp>
    <dsp:sp modelId="{44444444-0000-0000-0000-000000000002}">
      <dsp:nvSpPr>
        <dsp:cNvPr id="0" name=""/>
        <dsp:cNvSpPr/>
      </dsp:nvSpPr>
      <dsp:spPr>
        <a:xfrm>
          <a:off x="2500000" y="0"/>
          <a:ext cx="2000000" cy="1200000"/>
        </a:xfrm>
        <a:prstGeom prst="rect">
          <a:avLst/>
        </a:prstGeom>
      </dsp:spPr>
      <dsp:txBody>
        <a:bodyPr/>
        <a:lstStyle/>
        <a:p>
          <a:r>
            <a:rPr lang="en-US"/>
            <a:t>QZSMARTTWO</a:t>
          </a:r>
        </a:p>
      </dsp:txBody>
      <dsp:txXfrm>
        <a:off x="2500000" y="0"/>
        <a:ext cx="2000000" cy="120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layoutNode name="diagram"/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/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QZNOTESMASTERHDR</a:t>
            </a:r>
          </a:p>
        </p:txBody>
      </p:sp>
      <p:sp>
        <p:nvSpPr>
          <p:cNvPr id="3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QZNOTESMASTERPROMPT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QZNOTESBODY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33D74-5FB6-4B4C-A397-9AF3DD9F676E}" type="slidenum">
              <a:rPr lang="en-US"/>
              <a:t>2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QZLAYOUTTITLEPROMPT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QZLAYOUTSUBPROMPT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QZLAYOUTPROMPT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QZLAYOUTDECOR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QZMASTERTITLEPROMPT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QZMASTERBODYPROMPT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6053CC-6A7F-488A-8C7F-CFB2165A8441}" type="datetime1">
              <a:rPr lang="en-US"/>
              <a:t>QZMASTERDATE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F7F5D2-2B59-4391-81F6-92E0F9FB8DBD}" type="slidenum">
              <a:rPr lang="en-US"/>
              <a:t>‹#›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QZMASTERDECOR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xample.com/QZLINKTARGET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microsoft.com/office/2018/10/relationships/comments" Target="../comments/modernComment_102_ABCD123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comments" Target="../comments/commen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QZBODYONE</a:t>
            </a:r>
          </a:p>
          <a:p>
            <a:pPr lvl="1"/>
            <a:r>
              <a:rPr lang="en-US" dirty="0"/>
              <a:t>QZBODYTWO</a:t>
            </a:r>
          </a:p>
          <a:p>
            <a:r>
              <a:rPr lang="en-US" dirty="0"/>
              <a:t>Read QZLINKPRE </a:t>
            </a:r>
            <a:r>
              <a:rPr lang="en-US">
                <a:hlinkClick r:id="rId3"/>
              </a:rPr>
              <a:t>QZLINKTEXT</a:t>
            </a:r>
            <a:r>
              <a:rPr lang="en-US" dirty="0"/>
              <a:t> QZLINKPOST.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QZTEXTBOX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838200" y="4000000"/>
            <a:ext cx="4000000" cy="1000000"/>
            <a:chOff x="838200" y="4000000"/>
            <a:chExt cx="4000000" cy="1000000"/>
          </a:xfrm>
        </p:grpSpPr>
        <p:sp>
          <p:nvSpPr>
            <p:cNvPr id="6" name="TextBox 6"/>
            <p:cNvSpPr txBox="1"/>
            <p:nvPr/>
          </p:nvSpPr>
          <p:spPr>
            <a:xfrm>
              <a:off x="838200" y="365125"/>
              <a:ext cx="10515600" cy="1325563"/>
            </a:xfrm>
          </p:spPr>
          <p:txBody>
            <a:bodyPr/>
            <a:lstStyle/>
            <a:p>
              <a:r>
                <a:rPr lang="en-US" dirty="0"/>
                <a:t>QZGROUPOUTER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838200" y="4000000"/>
              <a:ext cx="4000000" cy="1000000"/>
              <a:chOff x="838200" y="4000000"/>
              <a:chExt cx="4000000" cy="1000000"/>
            </a:xfrm>
          </p:grpSpPr>
          <p:sp>
            <p:nvSpPr>
              <p:cNvPr id="7" name="TextBox 8"/>
              <p:cNvSpPr txBox="1"/>
              <p:nvPr/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QZGROUPINNER</a:t>
                </a:r>
              </a:p>
            </p:txBody>
          </p:sp>
        </p:grpSp>
      </p:grpSp>
      <p:pic>
        <p:nvPicPr>
          <p:cNvPr id="30" name="Picture 29" descr="QZALTTEX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0" y="4000000"/>
            <a:ext cx="1000000" cy="10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Slide </a:t>
            </a:r>
            <a:fld id="{F5673951-7453-4F43-8BFE-6D2E91E1B9C0}" type="slidenum">
              <a:rPr lang="en-US"/>
              <a:t>QZFLDSLIDENUM</a:t>
            </a:fld>
            <a:r>
              <a:rPr lang="en-US" dirty="0"/>
              <a:t> on </a:t>
            </a:r>
            <a:fld id="{A3853DD4-4A61-40D6-9B28-603BDF0CC81E}" type="datetime1">
              <a:rPr lang="en-US"/>
              <a:t>QZFLDDATETIME</a:t>
            </a:fld>
          </a:p>
        </p:txBody>
      </p:sp>
      <p:sp>
        <p:nvSpPr>
          <p:cNvPr id="8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37CB1-CE68-4736-A498-B6B49E8A6837}" type="datetime1">
              <a:rPr lang="en-US"/>
              <a:t>QZDATEPH</a:t>
            </a:fld>
          </a:p>
        </p:txBody>
      </p:sp>
      <p:sp>
        <p:nvSpPr>
          <p:cNvPr id="9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10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479C6-9F24-48E1-9E0F-445FEF820B7B}" type="slidenum">
              <a:rPr lang="en-US"/>
              <a:t>2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QZCTRTITLE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QZSUBTITLE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9DC9-2690-4D3A-862D-7DC362825D57}" type="datetime1">
              <a:rPr lang="en-US"/>
              <a:t>QZDATEPH</a:t>
            </a:fld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332A6-65B0-4A82-A40F-8C0F51D2405F}" type="slidenum">
              <a:rPr lang="en-US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QZTABLESLIDE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838200" y="1825625"/>
          <a:ext cx="6000000" cy="1112520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2000000"/>
                <a:gridCol w="2000000"/>
              </a:tblGrid>
              <a:tr h="370840">
                <a:tc gridSpan="2">
                  <a:txBody>
                    <a:bodyPr/>
                    <a:lstStyle/>
                    <a:p>
                      <a:r>
                        <a:rPr lang="en-US" dirty="0"/>
                        <a:t>QZSPANH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 dirty="0"/>
                        <a:t>QZHMERGEGHOST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QZCELLC</a:t>
                      </a:r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QZSPANV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QZCELLF</a:t>
                      </a:r>
                    </a:p>
                  </a:txBody>
                  <a:tcPr/>
                </a:tc>
              </a:tr>
              <a:tr h="370840">
                <a:tc vMerge="1">
                  <a:txBody>
                    <a:bodyPr/>
                    <a:lstStyle/>
                    <a:p>
                      <a:r>
                        <a:rPr lang="en-US" dirty="0"/>
                        <a:t>QZVMERGEGHOST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QZCELLI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1" name="Chart 40"/>
          <p:cNvGraphicFramePr/>
          <p:nvPr/>
        </p:nvGraphicFramePr>
        <p:xfrm>
          <a:off x="7000000" y="1825625"/>
          <a:ext cx="400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68D99-414B-4F2E-A7D0-99E71E41F8FA}" type="slidenum">
              <a:rPr lang="en-US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QZSMARTSLIDE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0" name="Diagram 49"/>
          <p:cNvGraphicFramePr/>
          <p:nvPr/>
        </p:nvGraphicFramePr>
        <p:xfrm>
          <a:off x="838200" y="1825625"/>
          <a:ext cx="6000000" cy="3000000"/>
        </p:xfrm>
        <a:graphic>
          <a:graphicData uri="http://schemas.openxmlformats.org/drawingml/2006/diagram">
            <dgm:relIds xmlns:dgm="http://schemas.openxmlformats.org/drawingml/2006/diagram" r:dm="rId2" r:lo="rId3" r:qs="rId4" r:cs="rId5"/>
          </a:graphicData>
        </a:graphic>
      </p:graphicFrame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QZFOOTER</a:t>
            </a:r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A8475-4AEC-4EDA-9B3D-34049DBBEFB4}" type="slidenum">
              <a:rPr lang="en-US"/>
              <a:t>5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QZHIDDENTITLE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QZHIDDENBODY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23F28-005F-4C6F-B737-8DC8CB617B9E}" type="slidenum">
              <a:rPr lang="en-US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Notes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Notes>1</Notes>
  <HiddenSlides>1</HiddenSlides>
  <Company>QZCOMPANY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QZDOCTITLE</dc:title>
  <dc:creator>QZDOCCREATOR</dc:creator>
  <cp:lastModifiedBy>Probe</cp:lastModifiedBy>
  <cp:revision>1</cp:revision>
  <dcterms:created xsi:type="dcterms:W3CDTF">2026-10-01T09:00:00Z</dcterms:created>
  <dcterms:modified xsi:type="dcterms:W3CDTF">2026-10-01T09:00:00Z</dcterms:modified>
</cp:coreProperties>
</file>